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情報サイトは溢れている。だが、患者の手には届いていない。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日本のがん情報・支援サイトの『分断』と、患者が直面する「情報迷子」の実態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日本に存在する主な「がん情報・支援サイト」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27632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00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国立がん研究センター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19933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強み:公的最大手・標準治療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静的・能動的に探す必要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627632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627632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700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DIPEx-Japan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6432" y="19933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強み:患者の『語り』DB(NBM)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閲覧専用・動画視聴型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627632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27632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700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オンコロ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9933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強み:治療・治験・最新情報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メディア型・自分で検索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61120" y="1627632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1627632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170078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マギーズ東京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25712" y="19933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強み:経験者の声・心のケア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拠点訪問前提・記事型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660904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60904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273405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アステラス「がんになっても」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30266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強み:全がん種体験談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閲覧専用・受動的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660904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660904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56432" y="273405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武田 卵巣がんサポートナビ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56432" y="30266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強み:特定がん種・心の変化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単一がん種のみ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2660904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660904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73405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ファイザー「がんを学ぶ」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30266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強み:段階別ガイド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情報提供型・対話なし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61120" y="2660904"/>
            <a:ext cx="2715768" cy="91440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61120" y="2660904"/>
            <a:ext cx="64008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2734056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がんノート/患者ブログ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25712" y="30266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強み:個人体験記</a:t>
            </a:r>
            <a:endParaRPr lang="en-US" sz="1050" dirty="0"/>
          </a:p>
          <a:p>
            <a:pPr algn="l" indent="0" marL="0">
              <a:buNone/>
            </a:pPr>
            <a:r>
              <a:rPr lang="en-US" sz="1050" i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壁: ブログ集約・体系化不足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721608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それでも、患者は『情報迷子』になっている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457200" y="4178808"/>
            <a:ext cx="271576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2245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情報の散在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43484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72.1</a:t>
            </a:r>
            <a:pPr algn="ctr" indent="0" marL="0">
              <a:buNone/>
            </a:pPr>
            <a:r>
              <a:rPr lang="en-US" sz="2400" b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594360" y="516636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「正しい医学情報を まとめて見られる場所がない」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291840" y="4178808"/>
            <a:ext cx="271576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2245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相談先の不在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291840" y="443484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62.2</a:t>
            </a:r>
            <a:pPr algn="ctr" indent="0" marL="0">
              <a:buNone/>
            </a:pPr>
            <a:r>
              <a:rPr lang="en-US" sz="2400" b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4800" dirty="0"/>
          </a:p>
        </p:txBody>
      </p:sp>
      <p:sp>
        <p:nvSpPr>
          <p:cNvPr id="45" name="Text 43"/>
          <p:cNvSpPr/>
          <p:nvPr/>
        </p:nvSpPr>
        <p:spPr>
          <a:xfrm>
            <a:off x="3429000" y="516636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「網羅的に悩みを 相談できる相手がいない」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126480" y="4178808"/>
            <a:ext cx="271576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62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42245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入口の喪失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26480" y="443484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38.2</a:t>
            </a:r>
            <a:pPr algn="ctr" indent="0" marL="0">
              <a:buNone/>
            </a:pPr>
            <a:r>
              <a:rPr lang="en-US" sz="2400" b="1" dirty="0">
                <a:solidFill>
                  <a:srgbClr val="D462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6263640" y="516636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「誰に相談すれば よいかわからない」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961120" y="4178808"/>
            <a:ext cx="2715768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61120" y="4224528"/>
            <a:ext cx="2715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400" kern="0" dirty="0">
                <a:solidFill>
                  <a:srgbClr val="0D73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希望の数字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961120" y="443484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D73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87.9</a:t>
            </a:r>
            <a:pPr algn="ctr" indent="0" marL="0">
              <a:buNone/>
            </a:pPr>
            <a:r>
              <a:rPr lang="en-US" sz="2400" b="1" dirty="0">
                <a:solidFill>
                  <a:srgbClr val="0D737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4800" dirty="0"/>
          </a:p>
        </p:txBody>
      </p:sp>
      <p:sp>
        <p:nvSpPr>
          <p:cNvPr id="53" name="Text 51"/>
          <p:cNvSpPr/>
          <p:nvPr/>
        </p:nvSpPr>
        <p:spPr>
          <a:xfrm>
            <a:off x="9098280" y="5166360"/>
            <a:ext cx="2441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0404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「自分に合う情報に 出会えれば不安は軽減できる」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57200" y="5824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A8A8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出典:アフラック生命「がん患者の悩み・不安に関する実態調査」2022年(n=1,000、20〜70代・ステージI以上のがん患者)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772400" y="582472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SATOIは、この『分断』をつなぐ、唯一の入口を目指す。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SATOI - Fragmented Cancer Info Sites and Information Lost Patients</dc:title>
  <dc:subject>PptxGenJS Presentation</dc:subject>
  <dc:creator>SATOI</dc:creator>
  <cp:lastModifiedBy>SATOI</cp:lastModifiedBy>
  <cp:revision>1</cp:revision>
  <dcterms:created xsi:type="dcterms:W3CDTF">2026-05-18T13:14:03Z</dcterms:created>
  <dcterms:modified xsi:type="dcterms:W3CDTF">2026-05-18T13:14:03Z</dcterms:modified>
</cp:coreProperties>
</file>